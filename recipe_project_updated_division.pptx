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far, I have mainly worked on the recipe backend. The current system can retrieve a recipe by its recipe ID, get the title, and extract all required ingredients from our structured database. I also added a basic normalization and matching layer so that slightly different ingredient names can still be matched, for example olive oil with extra-virgin olive oil. The system can compare the ingredients the user has with the recipe requirements and return matched ingredients, missing ingredients, and a coverage score. What we have not implemented yet is automatic recipe recommendation based on image-detected ingredients. We also do not yet compare quantities.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suggest dividing the project into three independent modules. The first module handles image ingredient detection and only needs to return a list of ingredient names. My part becomes the recipe intelligence and LLM orchestration layer. I will continue with the recipe backend, but also take responsibility for recipe recommendation, semantic ingredient matching, and LLM-based reranking or interaction. The third module takes the missing-ingredient list and searches for corresponding ICA products. To integrate the system, we mainly need two interfaces: a list of detected ingredients from the vision module to my module, and a list of missing ingredients from my module to the ICA shopping module. This allows each part to be developed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BFF"/>
          </a:solidFill>
          <a:ln w="12700">
            <a:solidFill>
              <a:srgbClr val="2F5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Recipe Assistant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647395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 – Recipe Intelligence &amp; LLM Orchestration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320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320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Recipe Backend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6975"/>
                </a:solidFill>
              </a:rPr>
              <a:t>What is already working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65099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BFF"/>
                </a:solidFill>
              </a:rPr>
              <a:t>Implemented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249424"/>
            <a:ext cx="128016" cy="12801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176272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242C"/>
                </a:solidFill>
              </a:rPr>
              <a:t>Retrieve the recipe title from a recipe_id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914400" y="2843784"/>
            <a:ext cx="128016" cy="12801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770632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242C"/>
                </a:solidFill>
              </a:rPr>
              <a:t>Extract the required ingredients from the structured recipe database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914400" y="3438144"/>
            <a:ext cx="128016" cy="12801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364992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242C"/>
                </a:solidFill>
              </a:rPr>
              <a:t>Normalize and match ingredient names (e.g. olive oil ↔ extra-virgin olive oil)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914400" y="4032504"/>
            <a:ext cx="128016" cy="12801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959352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242C"/>
                </a:solidFill>
              </a:rPr>
              <a:t>Compare available ingredients with recipe requirements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914400" y="4626864"/>
            <a:ext cx="128016" cy="12801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553712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242C"/>
                </a:solidFill>
              </a:rPr>
              <a:t>Return matched ingredients and missing ingredients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914400" y="5221224"/>
            <a:ext cx="128016" cy="12801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5148072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242C"/>
                </a:solidFill>
              </a:rPr>
              <a:t>Calculate ingredient coverage for the selected recipe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629400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</a:rPr>
              <a:t>Current flow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629400" y="2212848"/>
            <a:ext cx="4846320" cy="658368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C9D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2368296"/>
            <a:ext cx="338328" cy="338328"/>
          </a:xfrm>
          <a:prstGeom prst="ellipse">
            <a:avLst/>
          </a:prstGeom>
          <a:solidFill>
            <a:srgbClr val="2F5BFF"/>
          </a:solidFill>
          <a:ln w="12700">
            <a:solidFill>
              <a:srgbClr val="2F5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236829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60920" y="2377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20242C"/>
                </a:solidFill>
              </a:rPr>
              <a:t>Select a recipe</a:t>
            </a:r>
            <a:endParaRPr lang="en-US" sz="1340" dirty="0"/>
          </a:p>
        </p:txBody>
      </p:sp>
      <p:sp>
        <p:nvSpPr>
          <p:cNvPr id="23" name="Shape 21"/>
          <p:cNvSpPr/>
          <p:nvPr/>
        </p:nvSpPr>
        <p:spPr>
          <a:xfrm>
            <a:off x="8887968" y="2907792"/>
            <a:ext cx="310896" cy="237744"/>
          </a:xfrm>
          <a:prstGeom prst="downArrow">
            <a:avLst/>
          </a:prstGeom>
          <a:solidFill>
            <a:srgbClr val="A8B2C1"/>
          </a:solidFill>
          <a:ln w="12700">
            <a:solidFill>
              <a:srgbClr val="A8B2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172968"/>
            <a:ext cx="4846320" cy="658368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C9D6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3328416"/>
            <a:ext cx="338328" cy="338328"/>
          </a:xfrm>
          <a:prstGeom prst="ellipse">
            <a:avLst/>
          </a:prstGeom>
          <a:solidFill>
            <a:srgbClr val="2F5BFF"/>
          </a:solidFill>
          <a:ln w="12700">
            <a:solidFill>
              <a:srgbClr val="2F5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332841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2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60920" y="33375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20242C"/>
                </a:solidFill>
              </a:rPr>
              <a:t>Retrieve required ingredients</a:t>
            </a:r>
            <a:endParaRPr lang="en-US" sz="1340" dirty="0"/>
          </a:p>
        </p:txBody>
      </p:sp>
      <p:sp>
        <p:nvSpPr>
          <p:cNvPr id="28" name="Shape 26"/>
          <p:cNvSpPr/>
          <p:nvPr/>
        </p:nvSpPr>
        <p:spPr>
          <a:xfrm>
            <a:off x="8887968" y="3867912"/>
            <a:ext cx="310896" cy="237744"/>
          </a:xfrm>
          <a:prstGeom prst="downArrow">
            <a:avLst/>
          </a:prstGeom>
          <a:solidFill>
            <a:srgbClr val="A8B2C1"/>
          </a:solidFill>
          <a:ln w="12700">
            <a:solidFill>
              <a:srgbClr val="A8B2C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4133088"/>
            <a:ext cx="4846320" cy="658368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C9D6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9712" y="4288536"/>
            <a:ext cx="338328" cy="338328"/>
          </a:xfrm>
          <a:prstGeom prst="ellipse">
            <a:avLst/>
          </a:prstGeom>
          <a:solidFill>
            <a:srgbClr val="2F5BFF"/>
          </a:solidFill>
          <a:ln w="12700">
            <a:solidFill>
              <a:srgbClr val="2F5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9712" y="428853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3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360920" y="42976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20242C"/>
                </a:solidFill>
              </a:rPr>
              <a:t>Input / detect available ingredients</a:t>
            </a:r>
            <a:endParaRPr lang="en-US" sz="1340" dirty="0"/>
          </a:p>
        </p:txBody>
      </p:sp>
      <p:sp>
        <p:nvSpPr>
          <p:cNvPr id="33" name="Shape 31"/>
          <p:cNvSpPr/>
          <p:nvPr/>
        </p:nvSpPr>
        <p:spPr>
          <a:xfrm>
            <a:off x="8887968" y="4828032"/>
            <a:ext cx="310896" cy="237744"/>
          </a:xfrm>
          <a:prstGeom prst="downArrow">
            <a:avLst/>
          </a:prstGeom>
          <a:solidFill>
            <a:srgbClr val="A8B2C1"/>
          </a:solidFill>
          <a:ln w="12700">
            <a:solidFill>
              <a:srgbClr val="A8B2C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29400" y="5093208"/>
            <a:ext cx="4846320" cy="658368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B7DE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39712" y="5248656"/>
            <a:ext cx="338328" cy="3383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9712" y="524865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4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360920" y="52578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20242C"/>
                </a:solidFill>
              </a:rPr>
              <a:t>Calculate matched &amp; missing ingredients</a:t>
            </a:r>
            <a:endParaRPr lang="en-US" sz="1340" dirty="0"/>
          </a:p>
        </p:txBody>
      </p:sp>
      <p:sp>
        <p:nvSpPr>
          <p:cNvPr id="38" name="Shape 36"/>
          <p:cNvSpPr/>
          <p:nvPr/>
        </p:nvSpPr>
        <p:spPr>
          <a:xfrm>
            <a:off x="6629400" y="5486400"/>
            <a:ext cx="4846320" cy="566928"/>
          </a:xfrm>
          <a:prstGeom prst="roundRect">
            <a:avLst/>
          </a:prstGeom>
          <a:solidFill>
            <a:srgbClr val="FFF3E5"/>
          </a:solidFill>
          <a:ln w="12700">
            <a:solidFill>
              <a:srgbClr val="F2C99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39712" y="561441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771A"/>
                </a:solidFill>
              </a:rPr>
              <a:t>Not yet implemented: automatic recipe recommendation from detected ingredients, and quantity-level comparison.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320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Updated Team Structure &amp; Next Step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6975"/>
                </a:solidFill>
              </a:rPr>
              <a:t>Three modules, two interfaces, one integrated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063240" cy="3127248"/>
          </a:xfrm>
          <a:prstGeom prst="roundRect">
            <a:avLst/>
          </a:prstGeom>
          <a:solidFill>
            <a:srgbClr val="EAF0FF"/>
          </a:solidFill>
          <a:ln w="15240">
            <a:solidFill>
              <a:srgbClr val="C9D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90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C"/>
                </a:solidFill>
              </a:rPr>
              <a:t>1  Image Ingredient Detection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6974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Owner: Vision module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Input: uploaded image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Output: detected ingredient names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Example: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["apple", "onion", "olive oil"]</a:t>
            </a:r>
            <a:endParaRPr lang="en-US" sz="1210" dirty="0"/>
          </a:p>
        </p:txBody>
      </p:sp>
      <p:sp>
        <p:nvSpPr>
          <p:cNvPr id="7" name="Shape 5"/>
          <p:cNvSpPr/>
          <p:nvPr/>
        </p:nvSpPr>
        <p:spPr>
          <a:xfrm>
            <a:off x="4096512" y="1508760"/>
            <a:ext cx="3063240" cy="3127248"/>
          </a:xfrm>
          <a:prstGeom prst="roundRect">
            <a:avLst/>
          </a:prstGeom>
          <a:solidFill>
            <a:srgbClr val="EAF7F0"/>
          </a:solidFill>
          <a:ln w="15240">
            <a:solidFill>
              <a:srgbClr val="B7D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9392" y="17190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C"/>
                </a:solidFill>
              </a:rPr>
              <a:t>2  Recipe Intelligence + LLM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279392" y="2286000"/>
            <a:ext cx="26974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Owner: Dan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• Recipe database &amp; retrieval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• Ingredient normalization / matching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• Recipe recommendation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• LLM-based semantic matching / reranking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• Missing-ingredient detection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7552944" y="1508760"/>
            <a:ext cx="3063240" cy="3127248"/>
          </a:xfrm>
          <a:prstGeom prst="roundRect">
            <a:avLst/>
          </a:prstGeom>
          <a:solidFill>
            <a:srgbClr val="FFF3E5"/>
          </a:solidFill>
          <a:ln w="15240">
            <a:solidFill>
              <a:srgbClr val="F2C9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35824" y="17190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C"/>
                </a:solidFill>
              </a:rPr>
              <a:t>3  ICA Shopping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735824" y="2286000"/>
            <a:ext cx="26974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Owner: Shopping module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Input: missing ingredients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Output: matching ICA products / shopping list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Example: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26975"/>
                </a:solidFill>
              </a:rPr>
              <a:t>["butter", "miso", "chicken broth"]</a:t>
            </a:r>
            <a:endParaRPr lang="en-US" sz="1210" dirty="0"/>
          </a:p>
        </p:txBody>
      </p:sp>
      <p:sp>
        <p:nvSpPr>
          <p:cNvPr id="13" name="Shape 11"/>
          <p:cNvSpPr/>
          <p:nvPr/>
        </p:nvSpPr>
        <p:spPr>
          <a:xfrm>
            <a:off x="3657600" y="2743200"/>
            <a:ext cx="347472" cy="329184"/>
          </a:xfrm>
          <a:prstGeom prst="rightArrow">
            <a:avLst/>
          </a:prstGeom>
          <a:solidFill>
            <a:srgbClr val="A8B2C1"/>
          </a:solidFill>
          <a:ln w="12700">
            <a:solidFill>
              <a:srgbClr val="A8B2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14032" y="2743200"/>
            <a:ext cx="347472" cy="329184"/>
          </a:xfrm>
          <a:prstGeom prst="rightArrow">
            <a:avLst/>
          </a:prstGeom>
          <a:solidFill>
            <a:srgbClr val="A8B2C1"/>
          </a:solidFill>
          <a:ln w="12700">
            <a:solidFill>
              <a:srgbClr val="A8B2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965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C"/>
                </a:solidFill>
              </a:rPr>
              <a:t>Interfaces needed for integration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5358384"/>
            <a:ext cx="5394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522976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C"/>
                </a:solidFill>
              </a:rPr>
              <a:t>Interface A  —  Vision → Recipe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5925312"/>
            <a:ext cx="499262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26975"/>
                </a:solidFill>
              </a:rPr>
              <a:t>A simple list of detected ingredient names, ideally as list[str].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172200" y="5358384"/>
            <a:ext cx="5394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5522976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C"/>
                </a:solidFill>
              </a:rPr>
              <a:t>Interface B  —  Recipe → ICA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73368" y="5925312"/>
            <a:ext cx="499262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26975"/>
                </a:solidFill>
              </a:rPr>
              <a:t>A simple list of missing ingredient names for product search.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320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Uppsala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Recipe Assistant – Backend &amp; LLM Integration</dc:title>
  <dc:subject>Recipe assistant project update</dc:subject>
  <dc:creator>OpenAI</dc:creator>
  <cp:lastModifiedBy>OpenAI</cp:lastModifiedBy>
  <cp:revision>1</cp:revision>
  <dcterms:created xsi:type="dcterms:W3CDTF">2026-10-08T13:57:43Z</dcterms:created>
  <dcterms:modified xsi:type="dcterms:W3CDTF">2026-10-08T13:57:43Z</dcterms:modified>
</cp:coreProperties>
</file>